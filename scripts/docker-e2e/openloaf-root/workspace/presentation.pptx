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sz="3200" b="1" dirty="0"/>
              <a:t>演示文稿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6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副标题：项目汇报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sz="3200" b="1" dirty="0"/>
              <a:t>目录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6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一、项目背景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0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二、市场分析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4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三、解决方案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28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四、实施计划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sz="3200" b="1" dirty="0"/>
              <a:t>总结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6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核心要点回顾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0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• 清晰的项目目标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4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• 充分的市场调研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7200" y="28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• 可行的解决方案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32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• 详细的执行计划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3600200"/>
            <a:ext cx="8229600" cy="400000"/>
          </a:xfrm>
          <a:prstGeom prst="rect">
            <a:avLst/>
          </a:prstGeom>
        </p:spPr>
        <p:txBody>
          <a:bodyPr wrap="square"/>
          <a:lstStyle/>
          <a:p>
            <a:r>
              <a:rPr lang="zh-CN" sz="1800" dirty="0"/>
              <a:t>感谢观看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